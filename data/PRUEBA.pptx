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616358-DD03-32C2-7BA7-D849648A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1FA8DE-DC5E-CE3B-7364-CFD38737C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4B8ED4-3C4C-43D1-7684-751A75F8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D1DB-FDB7-4FD5-9FED-DB49AC95B1C3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0BCF62-63D7-83F5-78CA-EEA1BAE99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7208F1-4F2B-7DC0-7C6B-60B0F052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6E21-3928-48BF-B5EA-653F0ECE1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004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C3BF2-1387-CB5E-8E3D-AE9AE244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FA8FBB-EC88-B0CD-86EA-DE558FC00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4E28B8-B14C-A63E-A91C-DE565F83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D1DB-FDB7-4FD5-9FED-DB49AC95B1C3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7D0A93-A93B-C26C-7104-33C51F077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0E1484-87A7-F539-2F45-F7992467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6E21-3928-48BF-B5EA-653F0ECE1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270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698C7-40A5-29F7-2A4B-F3440FD68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60910F-C102-6E3E-466B-216BAB235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78E372-9A08-13A1-C458-73713745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D1DB-FDB7-4FD5-9FED-DB49AC95B1C3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D341CF-9EA9-3414-06F7-80C4EBE6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3EAED6-69E7-4EDC-D2F3-DDD932E2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6E21-3928-48BF-B5EA-653F0ECE1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78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79D38-52A4-8BB2-1DCE-DF3B07902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55232B-8C43-470C-96B8-C28AA5B7B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79E60D-01CD-597C-A517-139CE4F94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66E048-ECDA-F0F7-EAE0-C2389E2F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D1DB-FDB7-4FD5-9FED-DB49AC95B1C3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AC92C3-AB9E-0C6B-BBBA-789C4591B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B77226-8BDF-2C80-638A-4769237F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6E21-3928-48BF-B5EA-653F0ECE1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5325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B20D4-6013-891C-C407-AD5627DA6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FA5ACB-302E-89FA-06DF-F5EEB9076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022863-0200-5A75-FC8E-CADD73985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97154EE-FCC5-5A3F-4314-A347A083C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CF01041-EE6F-D5BA-EA89-C70D447F0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5D7021-E298-7A4A-46A4-A2919630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D1DB-FDB7-4FD5-9FED-DB49AC95B1C3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B925321-7284-77A3-7135-EDEFEF80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763FC7-623B-976D-DCB6-45B32C35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6E21-3928-48BF-B5EA-653F0ECE1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4685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3745A-5388-3B49-8F4C-F8F869B3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3985F5-76C4-DAF6-5C05-4D8B8376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D1DB-FDB7-4FD5-9FED-DB49AC95B1C3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E43699-378A-8F8E-8138-EA34ABF7C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03FEB7-3A16-8E24-D7C9-7CD153E2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6E21-3928-48BF-B5EA-653F0ECE1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2543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AC07BC-4ABE-1914-86BA-1D59920E7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D1DB-FDB7-4FD5-9FED-DB49AC95B1C3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66AE16-26E4-D5B1-0F6B-2B41FABF6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BCDA5B-B876-20CC-F37E-A587F4551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6E21-3928-48BF-B5EA-653F0ECE1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0345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08AA3-928E-0AAF-F629-8627E8FC3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C10C6B-6720-0C4B-FA59-2D8F985BA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3A9BB7-13EF-3994-F3BF-A7702F28B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D5362F-1133-40A2-5177-BECAA153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D1DB-FDB7-4FD5-9FED-DB49AC95B1C3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4C3099-F927-0F8A-E88D-B149A8F3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C84B2E-6EEB-A19D-67BF-77827DC0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6E21-3928-48BF-B5EA-653F0ECE1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4883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3CCBD-98F9-2E56-70AE-6F955850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21A4ADC-C891-5F53-8D3C-903DA73CCD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F2C7980-6AAC-F3BA-CF23-711C0466D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DCFDA7-EA60-05BF-C05D-0ABDBFA8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D1DB-FDB7-4FD5-9FED-DB49AC95B1C3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C968D9-6ABE-E2FD-6D5F-5C971915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AFFD6E-457F-6F81-7666-D34308EB0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6E21-3928-48BF-B5EA-653F0ECE1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366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AA8BF-487B-641C-80F2-28A87DFE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3CF9B6-59F4-3AFF-02DD-CCFF7AD76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6C9F08-C577-1E7A-0BC7-27C61656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D1DB-FDB7-4FD5-9FED-DB49AC95B1C3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7BD8BE-B3D5-916E-B739-ED9A2E140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61B2E5-0AF5-2390-9E0A-0269C680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6E21-3928-48BF-B5EA-653F0ECE1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7377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5DD954-A086-CD0F-1DA8-7BA5B87BF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7FE55E-1E2A-D390-3AC5-BFC512FE2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2FA25A-BAAB-E571-47A1-0B74DEAC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D1DB-FDB7-4FD5-9FED-DB49AC95B1C3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2312DD-9C51-80F5-61B1-A8964A07D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67601-B11D-EC4F-17D3-A1F296AA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6E21-3928-48BF-B5EA-653F0ECE1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0366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D2F8FF9-97A5-CA3C-9EE6-937438AC9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5B1E9B-1126-3A75-FB1F-438C836B9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F75A85-76AF-8C19-2AF6-C66674D807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3D1DB-FDB7-4FD5-9FED-DB49AC95B1C3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75530B-8A55-68FF-69E5-82088B287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CDAC3F-9E71-D8CE-7638-2BCF34867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B6E21-3928-48BF-B5EA-653F0ECE1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6482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36206-AAD9-B46D-4E08-33AB95957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7127D0-3582-2F93-C596-0633591C9B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92879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Reyes</dc:creator>
  <cp:lastModifiedBy>Antonio Reyes</cp:lastModifiedBy>
  <cp:revision>1</cp:revision>
  <dcterms:created xsi:type="dcterms:W3CDTF">2026-09-23T22:24:36Z</dcterms:created>
  <dcterms:modified xsi:type="dcterms:W3CDTF">2026-09-23T22:24:46Z</dcterms:modified>
</cp:coreProperties>
</file>